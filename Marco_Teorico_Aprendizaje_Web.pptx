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3837" y="1657350"/>
            <a:ext cx="61763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en la Web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69203" y="2381250"/>
            <a:ext cx="42054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 y Fundamentos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961354" y="3181350"/>
            <a:ext cx="32211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+ NLP + Web Scraping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7807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Aprendizaje en la Web?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2133600"/>
            <a:ext cx="87050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del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se enfoca en extraer, procesar y aprender de datos disponibles en internet.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3162300"/>
            <a:ext cx="264155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314700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 Scraping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automatizada de contenido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51150" y="3162300"/>
            <a:ext cx="264155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3550" y="3314700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NLP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03550" y="365760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comprensión de texto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97501" y="3162300"/>
            <a:ext cx="264155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901" y="3314700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9901" y="365760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de patrones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5621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Proceso automatizado de extracción de información de sitios web.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21717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en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" y="2552700"/>
            <a:ext cx="85344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Parsing HTML/XML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Scrapy: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Framework completo de scraping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Páginas dinámicas (JavaScript)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Peticiones HTTP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4038600"/>
            <a:ext cx="8534400" cy="5715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22910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Consideraciones éticas:</a:t>
            </a:r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Respetar robots.txt, no sobrecargar servidores, cumplir términos de servicio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9854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Lenguaje Natural (NLP)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5811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la IA que permite a las computadoras entender, interpretar y generar lenguaje humano.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19075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típico de NLP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4432" y="2609850"/>
            <a:ext cx="5278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Tokenización: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"Python es genial" → ["Python", "es", "genial"]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432" y="3028950"/>
            <a:ext cx="3779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Minúsculas, sin puntuación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432" y="3448050"/>
            <a:ext cx="4798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Stopwords: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Eliminar palabras comunes ("el", "la", "de")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432" y="3867150"/>
            <a:ext cx="27809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Stemming: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"corriendo" → "corr"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432" y="4286250"/>
            <a:ext cx="4513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Convertir texto en números (TF-IDF)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Vectorización: TF-IDF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3335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 - Inverse Document Frequency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790700"/>
            <a:ext cx="853440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2628" y="2057400"/>
            <a:ext cx="8238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= TF × IDF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04800" y="297180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1242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671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del término en el documento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24400" y="297180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800" y="31242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6800" y="34671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log(Total documentos / Docs con el término)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4800" y="415290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Ventaja: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Palabras comunes tienen menor peso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de Texto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8288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Asignar categorías predefinidas a documentos.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24384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Comunes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" y="2819400"/>
            <a:ext cx="2743200" cy="1524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314700"/>
            <a:ext cx="2438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bayesiana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y eficiente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datasets pequeños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2819400"/>
            <a:ext cx="2743200" cy="1524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52800" y="297180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52800" y="3314700"/>
            <a:ext cx="2438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Hiperplanos de separación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dimensión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Robusto vs overfitting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6000" y="2819400"/>
            <a:ext cx="2743200" cy="1524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297180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8400" y="3314700"/>
            <a:ext cx="2438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árboles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overfitting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no lineales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Evaluación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3830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790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336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Predicciones correctas / Total predicciones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4400" y="163830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800" y="1790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76800" y="21336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/ (VP + FP)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800" y="266700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8194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623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/ (VP + FN)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266700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800" y="28194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6800" y="31623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(Precision × Recall) / (Precision + Recall)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800" y="384810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4904" y="403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Verdaderos Positivos | 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Falsos Positivos | 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Falsos Negativos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2076450"/>
            <a:ext cx="1333500" cy="26670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5265" y="211455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Web Scraping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14500" y="205740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95500" y="2076450"/>
            <a:ext cx="1333500" cy="26670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82165" y="211455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Preprocesamiento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1400" y="205740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62400" y="2076450"/>
            <a:ext cx="1333500" cy="26670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49065" y="211455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Vectorización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14850" y="2514600"/>
            <a:ext cx="1165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10000" y="2933700"/>
            <a:ext cx="1524000" cy="26670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94760" y="29718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Modelo ML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14850" y="3314700"/>
            <a:ext cx="1165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" y="3790950"/>
            <a:ext cx="1333500" cy="26670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5265" y="382905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Predicción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14500" y="377190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95500" y="3790950"/>
            <a:ext cx="1333500" cy="26670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82165" y="382905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Visualización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Prácticas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543050"/>
            <a:ext cx="4191000" cy="9144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954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Clasificación de Noticias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0764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Categorización automática por tema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48200" y="1543050"/>
            <a:ext cx="4191000" cy="9144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00600" y="16954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Análisis de Sentimientos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0600" y="20764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Opiniones en redes sociales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800" y="2609850"/>
            <a:ext cx="4191000" cy="9144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7622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Detección de Spam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1432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de correos no deseados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2609850"/>
            <a:ext cx="4191000" cy="9144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27622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Recomendaciones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00600" y="31432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contenido similar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800" y="3676650"/>
            <a:ext cx="4191000" cy="9144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8290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Análisis de Tendencias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2100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tópicos populares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48200" y="3676650"/>
            <a:ext cx="4191000" cy="9144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600" y="38290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Etiquetado Automático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00600" y="42100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de documentos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6731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y Consideraciones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76400"/>
            <a:ext cx="4114800" cy="18288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Técnicos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71700"/>
            <a:ext cx="38100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 en datos web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Ambigüedad del lenguaje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desbalanceados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676400"/>
            <a:ext cx="4114800" cy="18288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800" y="18288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Éticos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76800" y="2171700"/>
            <a:ext cx="38100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de datos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Sesgos en modelos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Derechos de autor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responsable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4800" y="381000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4904" y="40005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prácticas: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Validación cruzada, regularización, monitoreo continuo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Frameworks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95450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2038350"/>
            <a:ext cx="26415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51150" y="1695450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51150" y="2038350"/>
            <a:ext cx="26415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TextBlob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97501" y="1695450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7501" y="2038350"/>
            <a:ext cx="26415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TensorFlow/PyTorch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4800" y="3219450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800" y="3562350"/>
            <a:ext cx="26415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51150" y="3219450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51150" y="3562350"/>
            <a:ext cx="26415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97501" y="3219450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7501" y="3562350"/>
            <a:ext cx="26415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SageMaker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AI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Cognitive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3144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aprendizaje en la web es un campo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interdisciplinario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combina: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1924050"/>
            <a:ext cx="4191000" cy="64770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8338" y="21145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48200" y="1924050"/>
            <a:ext cx="4191000" cy="64770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1738" y="21145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2876550"/>
            <a:ext cx="4191000" cy="64770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8338" y="30670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Lingüística Computacional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8200" y="2876550"/>
            <a:ext cx="4191000" cy="64770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1738" y="306705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4800" y="398145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41338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Ventajas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4767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Automatización, Escalabilidad, Descubrimiento de patrones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4400" y="3981450"/>
            <a:ext cx="4114800" cy="87630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800" y="41338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Limitaciones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76800" y="44767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datos, Mantenimiento, Consideraciones éticas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5623" y="1504950"/>
            <a:ext cx="3032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108299" y="2647950"/>
            <a:ext cx="2927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en la Web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75668" y="3333750"/>
            <a:ext cx="21925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Comentarios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Teórico - Aprendizaje en la Web</dc:title>
  <dc:subject>PptxGenJS Presentation</dc:subject>
  <dc:creator>Sistema de Aprendizaje Web</dc:creator>
  <cp:lastModifiedBy>Sistema de Aprendizaje Web</cp:lastModifiedBy>
  <cp:revision>1</cp:revision>
  <dcterms:created xsi:type="dcterms:W3CDTF">2025-11-26T02:01:13Z</dcterms:created>
  <dcterms:modified xsi:type="dcterms:W3CDTF">2025-11-26T02:01:13Z</dcterms:modified>
</cp:coreProperties>
</file>